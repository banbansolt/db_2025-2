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F42DC-B214-362F-7208-A61CE4E7A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167546-0310-D57C-4E5F-7F8E3AF39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009DAC-1D36-DA1B-C1C2-722CA1E2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656FFC-A9CF-CF35-4C88-13C2E6989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250BFB-10EE-C256-BEF4-A570973D2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572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30DF7-C7DF-5D04-E117-2A97995CC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526D16-AC1F-CE52-17C4-B319099A1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29AD8E-F3FF-B20D-F3B4-0A75567A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10EC9-FE7D-F0D7-F406-34D1BD4C2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71AD18-8264-B72A-7D09-85A814938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98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66D36-C271-3BD5-55BF-900AEBF5A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9D838E-0124-BF42-63BA-8F92B3795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7D7765-42A1-B8A7-16E0-57F9045E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8E7F78-2AF4-6CB8-0982-3CD592003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DE0F3A-9412-9035-24D7-D0203773D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082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D36B3-4E8F-2373-195E-52FC20DD0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CB3F0E-5E25-3523-6249-A0217CA33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3FB5AA-EB79-AC3B-C3B5-3E01E655B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FA5736-7BCF-3E16-A56B-29D1E7A2B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1F9A55-4ACB-5C82-91D7-BB0C2283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63EFFA-BAE0-E845-3000-008ADC3D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490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A9353-FD1D-3544-476D-36CACDFB3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6E31BE-3BB6-AB39-7589-C00E97406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D84E7F-B723-471E-2CC0-5DC99872C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EB739F-1459-F4C7-03EB-9C2C70346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E5068F-DE94-C2A3-4D9B-10839A995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BF34BD-A147-6FEB-8B76-6C9D8EE45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2C2AC03-14AD-13CF-68DF-F5CD7650C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E42967C-5335-AD1A-C6F3-0574E9C4C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95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C55BC-8594-1F00-E657-1D1B14E75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4DB6F9-062D-133D-1E91-C986214F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9030D6-9CB7-EDE1-B5D5-311A69BA4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1C6CD0-568F-B9A6-A2FE-CC78D16C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63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CB2AEA-B449-539A-806A-BBECBC3E8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7C88FD-46C4-10BF-D941-BDA1ECF53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1DD5F9-C142-EC99-7329-1377510E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06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996CD-3200-413B-1E82-E1F843C5F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27F088-B4A1-E66E-73B0-7966AAB9B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9FABD5-15CB-B4F9-EFDF-C266A45F3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7B3228-273B-EDDD-B73A-FA28AA398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770B5E-492D-D333-F9D3-375C76FA7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78A5B9-E3CA-5CAC-F282-FF93FE255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4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CB437-F03F-81C2-4910-AD7E63F3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7E1975-712F-C989-BA85-A5B785B3E5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3AC66B-9CD1-A284-FDFA-A1053F44C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ABE032-AE67-E25E-9314-36FE4C33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A0FB7D-9D3D-5CBF-5F7C-99A13D24E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CF411C-B77F-BE16-BC70-6BCBB6E6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599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34069-06C0-4D17-1083-B72950223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4B0F92-D5E1-9A8D-BAB6-1B5179AED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AC1CAD-3290-3380-5AF4-EA85C1B02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F910C8-F3A3-B829-54BE-3C4F48BB7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22B03-BA58-49B3-3FC8-4C117458D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76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2EC0F5-703F-838A-FDA2-2C178260A8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896D51-FF88-EB78-B39C-72F8E0613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BB180D-6D28-61C1-9291-03889EABA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D29684-E4F3-8A63-C24A-3734FA645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C6A585-9144-F01B-97FF-CAF09DCBD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179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55F0AD6-0CC4-8A77-DD5B-D8F79B1B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1DDFFA-0DD0-5492-26E5-3AB826C4D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A7C92-0D58-142F-A2EA-8FF9D2427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261858-E866-471E-9F22-67C23F082C2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F83680-5505-D2DA-4EC2-9C8A73355D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0772F-B650-C492-3191-EDFD75B74F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58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3D45B-4E3E-133C-CD84-E772887E64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DB2 </a:t>
            </a:r>
            <a:r>
              <a:rPr lang="ko-KR" altLang="en-US" dirty="0"/>
              <a:t>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516D18-E1C9-8750-F17E-00197429F7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8057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93D068-5CEC-79FD-962E-1FAD1B2F1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요구사항명세서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40AA5F-C93E-E86F-ED59-46C4DB832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4557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/>
              <a:t>1.</a:t>
            </a:r>
            <a:r>
              <a:rPr lang="ko-KR" altLang="en-US" sz="1600" dirty="0"/>
              <a:t>병원에서 의사가 환자를 등록하기 위해 환자 아이디</a:t>
            </a:r>
            <a:r>
              <a:rPr lang="en-US" altLang="ko-KR" sz="1600" dirty="0"/>
              <a:t>,</a:t>
            </a:r>
            <a:r>
              <a:rPr lang="ko-KR" altLang="en-US" sz="1600" dirty="0"/>
              <a:t>이름</a:t>
            </a:r>
            <a:r>
              <a:rPr lang="en-US" altLang="ko-KR" sz="1600" dirty="0"/>
              <a:t>,</a:t>
            </a:r>
            <a:r>
              <a:rPr lang="ko-KR" altLang="en-US" sz="1600" dirty="0"/>
              <a:t>나이</a:t>
            </a:r>
            <a:r>
              <a:rPr lang="en-US" altLang="ko-KR" sz="1600" dirty="0"/>
              <a:t>,</a:t>
            </a:r>
            <a:r>
              <a:rPr lang="ko-KR" altLang="en-US" sz="1600" dirty="0"/>
              <a:t>증상</a:t>
            </a:r>
            <a:r>
              <a:rPr lang="en-US" altLang="ko-KR" sz="1600" dirty="0"/>
              <a:t>,</a:t>
            </a:r>
            <a:r>
              <a:rPr lang="ko-KR" altLang="en-US" sz="1600" dirty="0"/>
              <a:t>날짜 입력</a:t>
            </a:r>
            <a:r>
              <a:rPr lang="en-US" altLang="ko-KR" sz="1600" dirty="0"/>
              <a:t>  </a:t>
            </a:r>
          </a:p>
          <a:p>
            <a:pPr marL="0" indent="0">
              <a:buNone/>
            </a:pPr>
            <a:r>
              <a:rPr lang="en-US" altLang="ko-KR" sz="1600" dirty="0"/>
              <a:t>2.</a:t>
            </a:r>
            <a:r>
              <a:rPr lang="ko-KR" altLang="en-US" sz="1600" dirty="0"/>
              <a:t>등록된 환자는 진료비</a:t>
            </a:r>
            <a:r>
              <a:rPr lang="en-US" altLang="ko-KR" sz="1600" dirty="0"/>
              <a:t>,</a:t>
            </a:r>
            <a:r>
              <a:rPr lang="ko-KR" altLang="en-US" sz="1600" dirty="0"/>
              <a:t>환자상태확인 가능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3.</a:t>
            </a:r>
            <a:r>
              <a:rPr lang="ko-KR" altLang="en-US" sz="1600" dirty="0"/>
              <a:t>환자는 </a:t>
            </a:r>
            <a:r>
              <a:rPr lang="ko-KR" altLang="en-US" sz="1600" dirty="0" err="1"/>
              <a:t>환자아이디로</a:t>
            </a:r>
            <a:r>
              <a:rPr lang="ko-KR" altLang="en-US" sz="1600" dirty="0"/>
              <a:t> 구별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4.</a:t>
            </a:r>
            <a:r>
              <a:rPr lang="ko-KR" altLang="en-US" sz="1600" dirty="0"/>
              <a:t>약에 대한 </a:t>
            </a:r>
            <a:r>
              <a:rPr lang="ko-KR" altLang="en-US" sz="1600" dirty="0" err="1"/>
              <a:t>약번호</a:t>
            </a:r>
            <a:r>
              <a:rPr lang="en-US" altLang="ko-KR" sz="1600" dirty="0"/>
              <a:t>,</a:t>
            </a:r>
            <a:r>
              <a:rPr lang="ko-KR" altLang="en-US" sz="1600" dirty="0"/>
              <a:t>약명</a:t>
            </a:r>
            <a:r>
              <a:rPr lang="en-US" altLang="ko-KR" sz="1600" dirty="0"/>
              <a:t>,</a:t>
            </a:r>
            <a:r>
              <a:rPr lang="ko-KR" altLang="en-US" sz="1600" dirty="0"/>
              <a:t>재고량</a:t>
            </a:r>
            <a:r>
              <a:rPr lang="en-US" altLang="ko-KR" sz="1600" dirty="0"/>
              <a:t>,</a:t>
            </a:r>
            <a:r>
              <a:rPr lang="ko-KR" altLang="en-US" sz="1600" dirty="0"/>
              <a:t>단가 정보 유지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5.</a:t>
            </a:r>
            <a:r>
              <a:rPr lang="ko-KR" altLang="en-US" sz="1600" dirty="0"/>
              <a:t>약은 약번호로 확인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6.</a:t>
            </a:r>
            <a:r>
              <a:rPr lang="ko-KR" altLang="en-US" sz="1600" dirty="0" err="1"/>
              <a:t>모자란약은</a:t>
            </a:r>
            <a:r>
              <a:rPr lang="ko-KR" altLang="en-US" sz="1600" dirty="0"/>
              <a:t> 제조업체에서 공수한다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7.</a:t>
            </a:r>
            <a:r>
              <a:rPr lang="ko-KR" altLang="en-US" sz="1600" dirty="0"/>
              <a:t>의사가 약을 주문하면 약에 대한 </a:t>
            </a:r>
            <a:r>
              <a:rPr lang="ko-KR" altLang="en-US" sz="1600" dirty="0" err="1"/>
              <a:t>약번호</a:t>
            </a:r>
            <a:r>
              <a:rPr lang="en-US" altLang="ko-KR" sz="1600" dirty="0"/>
              <a:t>,</a:t>
            </a:r>
            <a:r>
              <a:rPr lang="ko-KR" altLang="en-US" sz="1600" dirty="0" err="1"/>
              <a:t>약수량</a:t>
            </a:r>
            <a:r>
              <a:rPr lang="en-US" altLang="ko-KR" sz="1600" dirty="0"/>
              <a:t>,</a:t>
            </a:r>
            <a:r>
              <a:rPr lang="ko-KR" altLang="en-US" sz="1600" dirty="0"/>
              <a:t>배송지</a:t>
            </a:r>
            <a:r>
              <a:rPr lang="en-US" altLang="ko-KR" sz="1600" dirty="0"/>
              <a:t>,</a:t>
            </a:r>
            <a:r>
              <a:rPr lang="ko-KR" altLang="en-US" sz="1600" dirty="0"/>
              <a:t>주문일자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8.</a:t>
            </a:r>
            <a:r>
              <a:rPr lang="ko-KR" altLang="en-US" sz="1600" dirty="0"/>
              <a:t>제조업체가 약을 공급하면 공급일자와 공급량 정보유지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9.</a:t>
            </a:r>
            <a:r>
              <a:rPr lang="ko-KR" altLang="en-US" sz="1600" dirty="0" err="1"/>
              <a:t>제조업체에대한</a:t>
            </a:r>
            <a:r>
              <a:rPr lang="ko-KR" altLang="en-US" sz="1600" dirty="0"/>
              <a:t> 제조업체명</a:t>
            </a:r>
            <a:r>
              <a:rPr lang="en-US" altLang="ko-KR" sz="1600" dirty="0"/>
              <a:t>,</a:t>
            </a:r>
            <a:r>
              <a:rPr lang="ko-KR" altLang="en-US" sz="1600" dirty="0"/>
              <a:t>전번</a:t>
            </a:r>
            <a:r>
              <a:rPr lang="en-US" altLang="ko-KR" sz="1600" dirty="0"/>
              <a:t>,</a:t>
            </a:r>
            <a:r>
              <a:rPr lang="ko-KR" altLang="en-US" sz="1600" dirty="0"/>
              <a:t>담당자 정보 유지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10.</a:t>
            </a:r>
            <a:r>
              <a:rPr lang="ko-KR" altLang="en-US" sz="1600" dirty="0"/>
              <a:t>제조업체는 제조업체명으로 식별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995556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93CDC7-060B-B299-5A1F-DFE9EC39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689463-3905-ED4E-0C4F-8A51F0707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5604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5EFDECECAE815428E4874546E1D19C3" ma:contentTypeVersion="5" ma:contentTypeDescription="새 문서를 만듭니다." ma:contentTypeScope="" ma:versionID="5e7e08a35b6544490ae3cccaeab87fe8">
  <xsd:schema xmlns:xsd="http://www.w3.org/2001/XMLSchema" xmlns:xs="http://www.w3.org/2001/XMLSchema" xmlns:p="http://schemas.microsoft.com/office/2006/metadata/properties" xmlns:ns3="0132d4f7-3ff6-42a6-9c84-a78a808c16d0" targetNamespace="http://schemas.microsoft.com/office/2006/metadata/properties" ma:root="true" ma:fieldsID="9284ddb94c6bf4717f1139baaa3e383f" ns3:_="">
    <xsd:import namespace="0132d4f7-3ff6-42a6-9c84-a78a808c16d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32d4f7-3ff6-42a6-9c84-a78a808c16d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132d4f7-3ff6-42a6-9c84-a78a808c16d0" xsi:nil="true"/>
  </documentManagement>
</p:properties>
</file>

<file path=customXml/itemProps1.xml><?xml version="1.0" encoding="utf-8"?>
<ds:datastoreItem xmlns:ds="http://schemas.openxmlformats.org/officeDocument/2006/customXml" ds:itemID="{0286F32F-826C-48F5-92CD-93190A923E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32d4f7-3ff6-42a6-9c84-a78a808c16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693611-BC9F-488F-BB44-A041E188DD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FA0878-ADCD-49CC-A9EF-3D3E22AE3687}">
  <ds:schemaRefs>
    <ds:schemaRef ds:uri="http://purl.org/dc/dcmitype/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0132d4f7-3ff6-42a6-9c84-a78a808c16d0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94</Words>
  <Application>Microsoft Office PowerPoint</Application>
  <PresentationFormat>와이드스크린</PresentationFormat>
  <Paragraphs>12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DB2 과제</vt:lpstr>
      <vt:lpstr>요구사항명세서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유상훈</dc:creator>
  <cp:lastModifiedBy>유상훈</cp:lastModifiedBy>
  <cp:revision>3</cp:revision>
  <dcterms:created xsi:type="dcterms:W3CDTF">2025-11-03T06:00:34Z</dcterms:created>
  <dcterms:modified xsi:type="dcterms:W3CDTF">2025-11-21T02:01:12Z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0x01010005EFDECECAE815428E4874546E1D19C3</vt:lpwstr>
  </property>
</Properties>
</file>