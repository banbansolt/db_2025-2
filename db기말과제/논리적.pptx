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69" r:id="rId4"/>
    <p:sldId id="276" r:id="rId5"/>
    <p:sldId id="275" r:id="rId6"/>
    <p:sldId id="273" r:id="rId7"/>
    <p:sldId id="278" r:id="rId8"/>
    <p:sldId id="27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616D3-263E-CB6E-D8C0-C22F13899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389AFA-3122-9F4B-4B46-095152E4F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52D8AC-978C-AAC3-54DF-5F40CD39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F7AF7-E9B2-39CA-AEFD-A437D5D6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429790-5C6C-11BE-6811-C58E1671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0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18B8D-2049-38B2-58CC-065BDCB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E879C-3D99-5607-7126-F56878221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FB597-D15C-CCBD-A442-FA48BAE3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FE8F2-FD1A-BF6F-9AEE-7000B0DE9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04F857-7223-E373-D33F-D018B730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9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D5A80-9179-758B-5A50-D4699D61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AF08FD-693F-784A-14B4-EE77498EB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B8709-0516-D0D9-A785-127F739F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45ED32-4028-2A39-8E6E-D08EDA53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96478-6039-82D7-3808-D33AB441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060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858D-AEC1-3804-B754-FF60AE19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C16B6-9711-05B1-5FA8-9DEC9DFAA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6AC06D-D002-7F4F-0911-38D726E80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37BE99-D1ED-8E11-D352-2ACA0145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6BFC0A-1A86-506B-E032-DB0516AE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AF6E23-A06B-8BBC-3D88-835753C2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87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18FFD-DB12-F990-46CE-C3B94B6C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206BB-CC5A-4F07-0C40-3008CB461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6B4E3C-CEB7-E706-AC24-3A06A40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6AE96F-C7C0-50B9-D47F-6737994E8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2C1E34-BDCB-1C74-A896-CCAA5D44F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530E76-BE31-B296-D927-F09C9516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016D97-5F61-823C-4BA6-1BE54CE2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8D37DD-1D3F-4A33-4A94-A90857E6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8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AF82B-D132-949F-B5A3-1370E9CF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343C3A-0824-0BF4-80D3-65CC7E7C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0BEF64-0B0B-E6A8-B3E0-D881666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FB4DC-5DF1-4BE8-2CDC-023ABB5F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6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7D4869-02E1-C12E-4009-DADE1BFF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F0F5CD-F742-878C-B104-DC2FEE9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A3C19E-29ED-B0DA-4465-17472492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31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FFAC9-0227-1A2A-459F-6EA9CD89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9C3653-A9D9-59CA-D1DB-9267DAE6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49189B-6CA7-2F8D-1D89-2BD1F68A5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1204D5-6DBC-96E5-BDFE-C901A8F8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E80C4B-4998-AA83-860C-5D7E2640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ADF5D8-19D2-38C9-777F-7CA18B2C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81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42B05-C288-4AA7-9D06-B95E1E56F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77DC7D-BDB3-E6ED-AF9C-1F7BDBC15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E9D10E-3EFB-9ADB-8060-C1D48F962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8598F-540C-561E-2513-2A17BF0E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DBFCBF-8320-17F9-0890-ADDECAAE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171257-2221-3358-B76A-C6420D1F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3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B9338-7BE3-9B3F-2179-E8CF5538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4D33F9-A70C-0833-CE4B-43A63EF90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2B5B-B201-5EBF-6360-C2B10FA3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DF0CB-6BD7-5AAC-87C9-9976941E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9DA69-E59C-208A-2CFE-144EE8A6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74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0FF935-C16D-6EB8-E6F8-C2AC47462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AC3A6B-561E-B92D-7E6E-5D36794A3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E6769-EB79-AFCD-C1D0-644F7B20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77086-8034-996C-ACBD-6C79A2ED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4156A9-6421-0456-5059-6BA6CE93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7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6583B3-EC1B-34BC-80BE-AAC8DB05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49DD3-12EE-2E42-DC3F-72529FC3C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536E38-B70D-E94B-8985-0BB512E9C3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C7A8E-A1FA-416A-B0BE-53C624CDF9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3E6A4F-9678-C74C-E4F2-BED4A7638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396546-70F7-DEBC-53D2-423D8EE92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3E679-73B2-4064-A9D9-4B58DC5DE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77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025452"/>
              </p:ext>
            </p:extLst>
          </p:nvPr>
        </p:nvGraphicFramePr>
        <p:xfrm>
          <a:off x="838202" y="614680"/>
          <a:ext cx="10515596" cy="337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부서</a:t>
                      </a:r>
                      <a:r>
                        <a:rPr lang="en-US" altLang="ko-KR" sz="160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부서명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Varchar(50)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UNIQUE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위치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154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563367"/>
              </p:ext>
            </p:extLst>
          </p:nvPr>
        </p:nvGraphicFramePr>
        <p:xfrm>
          <a:off x="838202" y="614680"/>
          <a:ext cx="1051559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의사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면허번호</a:t>
                      </a:r>
                      <a:endParaRPr lang="en-US" altLang="ko-K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Varchar(50)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_id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연락처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472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7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493459"/>
              </p:ext>
            </p:extLst>
          </p:nvPr>
        </p:nvGraphicFramePr>
        <p:xfrm>
          <a:off x="838202" y="614680"/>
          <a:ext cx="1051559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환자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정보</a:t>
                      </a:r>
                      <a:endParaRPr lang="en-US" altLang="ko-K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Varchar(50)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생년월일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    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679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50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440046"/>
              </p:ext>
            </p:extLst>
          </p:nvPr>
        </p:nvGraphicFramePr>
        <p:xfrm>
          <a:off x="838202" y="614680"/>
          <a:ext cx="1051559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약국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600" dirty="0">
                          <a:effectLst/>
                        </a:rPr>
                        <a:t>약국</a:t>
                      </a:r>
                      <a:r>
                        <a:rPr lang="en-US" altLang="ko-KR" sz="1600" dirty="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약국명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Varchar(50)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07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437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237372"/>
              </p:ext>
            </p:extLst>
          </p:nvPr>
        </p:nvGraphicFramePr>
        <p:xfrm>
          <a:off x="838202" y="614680"/>
          <a:ext cx="1051559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약품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약품코드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Varchar(100)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20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23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598465"/>
              </p:ext>
            </p:extLst>
          </p:nvPr>
        </p:nvGraphicFramePr>
        <p:xfrm>
          <a:off x="838202" y="614680"/>
          <a:ext cx="10518757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443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681260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193142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진료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진료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환자정보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의사면허번호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진료일시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40236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89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95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DA77-8E9D-10B5-861C-2500AF11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111FCB3-57F6-771D-ED43-9CFD0FE1C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5506132"/>
              </p:ext>
            </p:extLst>
          </p:nvPr>
        </p:nvGraphicFramePr>
        <p:xfrm>
          <a:off x="838202" y="614680"/>
          <a:ext cx="10518757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443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8500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289394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처방전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처방전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진료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UNIQUE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약국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발행일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40236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기본값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대기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89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06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2C15-C012-8CD5-2278-C2386825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270F516-07D0-FB80-9398-A41CF3E1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948241"/>
              </p:ext>
            </p:extLst>
          </p:nvPr>
        </p:nvGraphicFramePr>
        <p:xfrm>
          <a:off x="838202" y="614680"/>
          <a:ext cx="1059959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230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처방상세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/>
                        <a:t>   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처방전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 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약품코드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Varchar(10)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용량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조제수량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334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99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322</Words>
  <Application>Microsoft Office PowerPoint</Application>
  <PresentationFormat>와이드스크린</PresentationFormat>
  <Paragraphs>198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유상훈</dc:creator>
  <cp:lastModifiedBy>유상훈</cp:lastModifiedBy>
  <cp:revision>5</cp:revision>
  <dcterms:created xsi:type="dcterms:W3CDTF">2025-11-24T06:11:22Z</dcterms:created>
  <dcterms:modified xsi:type="dcterms:W3CDTF">2025-12-05T06:04:25Z</dcterms:modified>
</cp:coreProperties>
</file>