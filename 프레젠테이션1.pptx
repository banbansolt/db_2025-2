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4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D89AF-B3CA-8070-8DE4-3DD668753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71D8A0-632C-0CC8-4F3E-EB7485BC1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4AF29-235C-7950-F117-44CAB90F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46F03-6AEC-782B-952F-BB41BFE1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B1A96-37FC-FD39-2C55-105D9B3A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28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0A787-8A50-09A6-87D7-C20F7695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30EAD-5A70-188C-08AF-D3EF52035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A2495C-420C-05A2-EE6C-F993AB9A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B8B5-9D81-D54A-7C15-75F6C1E5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21893-91DA-372E-409F-05478F88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48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73397-9E2C-093A-0EB4-68C14884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B1A4BD-D9C9-B275-6BD0-FFC2A6CC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598682-B7B1-5F80-59B7-C5ED3064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A1BB6-7B25-B587-CADA-3337DF07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65E6D-DD84-996C-F510-919F82FC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01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ED8C6-96CD-8B81-00F5-8BDB114E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F924F-F939-9695-4B6F-A42AF912E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C35947-2187-EF1D-8CF7-79834C6D4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E67174-C56A-6E88-49E7-DC6AB7A7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B04055-0E27-E824-DE93-A4123350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D448A2-5B84-B8B7-0133-04336F88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54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BCED7-6908-6746-BDB9-3E3CF4A11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D0F423-ED01-6197-39EC-6051B070B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578C48-4871-DC06-0F4F-00AC903E0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3E7ADC-0F01-1A5C-B1F4-BE056EFD1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C163ED-0202-BD16-5710-97847FCE0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AF3D86-B07D-2B3E-D81D-A4DD80B4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528605-88D0-073B-120E-4E76424C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1EA1E4-7CFE-B8E7-07BC-F0D23D56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35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0D62F-9788-FF13-D033-217D2268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C3E7E3-1F34-6412-9B43-F0EF8B36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CF08C0-924D-FE80-F67F-DC1D96B8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D58D5F-06E2-9202-82CD-47F14B6D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36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1B426C-DE80-6765-AE5E-1CD4AEC0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A4B893-7659-5034-5E8F-611FF2EA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DAE0FD-7FB5-23E8-04E3-40E2064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20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9FEE9-5789-A9CA-027D-7732CB1F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11D4A-420E-0461-D88C-CE24C4A50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2C8211-5CD4-9BD2-01B8-6F50A8989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900A59-A7AA-0C07-A4CF-78880194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BC5CEC-707E-046D-62AC-9558A133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5450AF-57F1-437E-E4EC-7A859E57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6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3646-FD36-DF66-E5EB-12D34EE2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BA40EA-91E1-CFC2-C449-76DEC7F57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18075B-67FE-4E88-DE09-B095F3B26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86238D-2E61-534E-C78D-DF55E512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0293DC-C394-3ACF-0E01-4D10CFF2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1AF285-BBAE-77A8-6B28-29FD7FB3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3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F39E6-1A50-E069-DD62-96714715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B6A8D3-84F6-2279-645D-62C0A4FA2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158AAA-778D-C30D-F543-003EE338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59878-9B98-240C-AECB-0EDD2E7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296D59-5F05-817C-193A-4C91922B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575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EF0FF2-C734-4CA8-7A81-526F573AC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8F840-48B2-FEE1-24CC-8206CAA99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7E943-CEB4-7C59-9644-B18ABD4A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F3DCAA-E9FF-3607-8C7A-F819A8E6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C6F132-E235-C263-8C46-15F00D0F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29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FA59D8-F6C6-2030-7EE5-C901C825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163E4-5EF3-59FF-8AE8-957A7D2EC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42427E-9A02-2293-5C69-87BA7A7C2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ACD96-C0E2-4DBF-937F-DC40D941321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509D7-2E0A-51FE-F3E0-364586647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9C501B-3BA6-DAF2-6E30-25EE693C0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D2A8B-C380-4542-B83A-08B04FE6BC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82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8B1AB20-DEBD-84DD-3044-B4BBE4403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108429"/>
              </p:ext>
            </p:extLst>
          </p:nvPr>
        </p:nvGraphicFramePr>
        <p:xfrm>
          <a:off x="1025912" y="786574"/>
          <a:ext cx="10036098" cy="38643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7230">
                  <a:extLst>
                    <a:ext uri="{9D8B030D-6E8A-4147-A177-3AD203B41FA5}">
                      <a16:colId xmlns:a16="http://schemas.microsoft.com/office/drawing/2014/main" val="1493898479"/>
                    </a:ext>
                  </a:extLst>
                </a:gridCol>
                <a:gridCol w="1468067">
                  <a:extLst>
                    <a:ext uri="{9D8B030D-6E8A-4147-A177-3AD203B41FA5}">
                      <a16:colId xmlns:a16="http://schemas.microsoft.com/office/drawing/2014/main" val="1280303573"/>
                    </a:ext>
                  </a:extLst>
                </a:gridCol>
                <a:gridCol w="1538869">
                  <a:extLst>
                    <a:ext uri="{9D8B030D-6E8A-4147-A177-3AD203B41FA5}">
                      <a16:colId xmlns:a16="http://schemas.microsoft.com/office/drawing/2014/main" val="3318627087"/>
                    </a:ext>
                  </a:extLst>
                </a:gridCol>
                <a:gridCol w="892098">
                  <a:extLst>
                    <a:ext uri="{9D8B030D-6E8A-4147-A177-3AD203B41FA5}">
                      <a16:colId xmlns:a16="http://schemas.microsoft.com/office/drawing/2014/main" val="35499625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5634729"/>
                    </a:ext>
                  </a:extLst>
                </a:gridCol>
                <a:gridCol w="992281">
                  <a:extLst>
                    <a:ext uri="{9D8B030D-6E8A-4147-A177-3AD203B41FA5}">
                      <a16:colId xmlns:a16="http://schemas.microsoft.com/office/drawing/2014/main" val="774992101"/>
                    </a:ext>
                  </a:extLst>
                </a:gridCol>
                <a:gridCol w="2063153">
                  <a:extLst>
                    <a:ext uri="{9D8B030D-6E8A-4147-A177-3AD203B41FA5}">
                      <a16:colId xmlns:a16="http://schemas.microsoft.com/office/drawing/2014/main" val="2048089069"/>
                    </a:ext>
                  </a:extLst>
                </a:gridCol>
              </a:tblGrid>
              <a:tr h="403028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461294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652661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570785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74616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299645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097875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273540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Silver,gold,vip</a:t>
                      </a:r>
                      <a:r>
                        <a:rPr lang="ko-KR" altLang="en-US" dirty="0"/>
                        <a:t>먼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744164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468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97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282F3-955F-A6B3-5243-9E67FB47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810713-092E-F21E-D703-66B3AA814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75724"/>
              </p:ext>
            </p:extLst>
          </p:nvPr>
        </p:nvGraphicFramePr>
        <p:xfrm>
          <a:off x="1077951" y="1210320"/>
          <a:ext cx="10036098" cy="426733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7230">
                  <a:extLst>
                    <a:ext uri="{9D8B030D-6E8A-4147-A177-3AD203B41FA5}">
                      <a16:colId xmlns:a16="http://schemas.microsoft.com/office/drawing/2014/main" val="1493898479"/>
                    </a:ext>
                  </a:extLst>
                </a:gridCol>
                <a:gridCol w="1468067">
                  <a:extLst>
                    <a:ext uri="{9D8B030D-6E8A-4147-A177-3AD203B41FA5}">
                      <a16:colId xmlns:a16="http://schemas.microsoft.com/office/drawing/2014/main" val="1280303573"/>
                    </a:ext>
                  </a:extLst>
                </a:gridCol>
                <a:gridCol w="1538869">
                  <a:extLst>
                    <a:ext uri="{9D8B030D-6E8A-4147-A177-3AD203B41FA5}">
                      <a16:colId xmlns:a16="http://schemas.microsoft.com/office/drawing/2014/main" val="3318627087"/>
                    </a:ext>
                  </a:extLst>
                </a:gridCol>
                <a:gridCol w="892098">
                  <a:extLst>
                    <a:ext uri="{9D8B030D-6E8A-4147-A177-3AD203B41FA5}">
                      <a16:colId xmlns:a16="http://schemas.microsoft.com/office/drawing/2014/main" val="35499625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5634729"/>
                    </a:ext>
                  </a:extLst>
                </a:gridCol>
                <a:gridCol w="992281">
                  <a:extLst>
                    <a:ext uri="{9D8B030D-6E8A-4147-A177-3AD203B41FA5}">
                      <a16:colId xmlns:a16="http://schemas.microsoft.com/office/drawing/2014/main" val="774992101"/>
                    </a:ext>
                  </a:extLst>
                </a:gridCol>
                <a:gridCol w="2063153">
                  <a:extLst>
                    <a:ext uri="{9D8B030D-6E8A-4147-A177-3AD203B41FA5}">
                      <a16:colId xmlns:a16="http://schemas.microsoft.com/office/drawing/2014/main" val="2048089069"/>
                    </a:ext>
                  </a:extLst>
                </a:gridCol>
              </a:tblGrid>
              <a:tr h="403028">
                <a:tc gridSpan="7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테이블명세서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51583"/>
                  </a:ext>
                </a:extLst>
              </a:tr>
              <a:tr h="403028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테이블이름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461294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652661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570785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74616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299645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097875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273540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공급일자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744164"/>
                  </a:ext>
                </a:extLst>
              </a:tr>
              <a:tr h="4030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468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11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58F17-48FC-4D01-7D55-20C2F10B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D559B-DE66-F278-5D71-09588620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973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106</Words>
  <Application>Microsoft Office PowerPoint</Application>
  <PresentationFormat>와이드스크린</PresentationFormat>
  <Paragraphs>73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유상훈</dc:creator>
  <cp:lastModifiedBy>유상훈</cp:lastModifiedBy>
  <cp:revision>1</cp:revision>
  <dcterms:created xsi:type="dcterms:W3CDTF">2025-11-10T07:23:52Z</dcterms:created>
  <dcterms:modified xsi:type="dcterms:W3CDTF">2025-11-10T07:38:24Z</dcterms:modified>
</cp:coreProperties>
</file>