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2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616D3-263E-CB6E-D8C0-C22F13899A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2389AFA-3122-9F4B-4B46-095152E4F7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52D8AC-978C-AAC3-54DF-5F40CD398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FF7AF7-E9B2-39CA-AEFD-A437D5D69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429790-5C6C-11BE-6811-C58E1671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04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318B8D-2049-38B2-58CC-065BDCBC4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E879C-3D99-5607-7126-F56878221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DFB597-D15C-CCBD-A442-FA48BAE3F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FFE8F2-FD1A-BF6F-9AEE-7000B0DE9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04F857-7223-E373-D33F-D018B730C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39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8D5A80-9179-758B-5A50-D4699D615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AF08FD-693F-784A-14B4-EE77498EBC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9B8709-0516-D0D9-A785-127F739FB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45ED32-4028-2A39-8E6E-D08EDA53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796478-6039-82D7-3808-D33AB441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8060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28858D-AEC1-3804-B754-FF60AE19A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C16B6-9711-05B1-5FA8-9DEC9DFAA9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6AC06D-D002-7F4F-0911-38D726E80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37BE99-D1ED-8E11-D352-2ACA01455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6BFC0A-1A86-506B-E032-DB0516AE2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AF6E23-A06B-8BBC-3D88-835753C24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1875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518FFD-DB12-F990-46CE-C3B94B6C6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2206BB-CC5A-4F07-0C40-3008CB461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B4E3C-CEB7-E706-AC24-3A06A40C6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6AE96F-C7C0-50B9-D47F-6737994E8C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82C1E34-BDCB-1C74-A896-CCAA5D44F8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C530E76-BE31-B296-D927-F09C9516B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2016D97-5F61-823C-4BA6-1BE54CE24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F8D37DD-1D3F-4A33-4A94-A90857E67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85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CAF82B-D132-949F-B5A3-1370E9CFD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8343C3A-0824-0BF4-80D3-65CC7E7CE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0BEF64-0B0B-E6A8-B3E0-D88166652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CFB4DC-5DF1-4BE8-2CDC-023ABB5FC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69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E7D4869-02E1-C12E-4009-DADE1BFF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7F0F5CD-F742-878C-B104-DC2FEE93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A3C19E-29ED-B0DA-4465-17472492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831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8FFAC9-0227-1A2A-459F-6EA9CD895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9C3653-A9D9-59CA-D1DB-9267DAE61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49189B-6CA7-2F8D-1D89-2BD1F68A55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1204D5-6DBC-96E5-BDFE-C901A8F82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3E80C4B-4998-AA83-860C-5D7E2640E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ADF5D8-19D2-38C9-777F-7CA18B2C1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816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142B05-C288-4AA7-9D06-B95E1E56F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77DC7D-BDB3-E6ED-AF9C-1F7BDBC15A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E9D10E-3EFB-9ADB-8060-C1D48F9622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28598F-540C-561E-2513-2A17BF0E2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CDBFCBF-8320-17F9-0890-ADDECAAE9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171257-2221-3358-B76A-C6420D1FC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036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8B9338-7BE3-9B3F-2179-E8CF55381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4D33F9-A70C-0833-CE4B-43A63EF90C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A72B5B-B201-5EBF-6360-C2B10FA3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9DF0CB-6BD7-5AAC-87C9-9976941E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C9DA69-E59C-208A-2CFE-144EE8A6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3742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0FF935-C16D-6EB8-E6F8-C2AC474628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AC3A6B-561E-B92D-7E6E-5D36794A3B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0E6769-EB79-AFCD-C1D0-644F7B20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077086-8034-996C-ACBD-6C79A2EDC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4156A9-6421-0456-5059-6BA6CE93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7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66583B3-EC1B-34BC-80BE-AAC8DB05E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149DD3-12EE-2E42-DC3F-72529FC3C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536E38-B70D-E94B-8985-0BB512E9C3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C7A8E-A1FA-416A-B0BE-53C624CDF92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3E6A4F-9678-C74C-E4F2-BED4A76381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396546-70F7-DEBC-53D2-423D8EE92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F3E679-73B2-4064-A9D9-4B58DC5DEC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772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BCD721D-8FDC-236B-F7F0-61BE911796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378848"/>
              </p:ext>
            </p:extLst>
          </p:nvPr>
        </p:nvGraphicFramePr>
        <p:xfrm>
          <a:off x="0" y="1940710"/>
          <a:ext cx="10515606" cy="3296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1">
                  <a:extLst>
                    <a:ext uri="{9D8B030D-6E8A-4147-A177-3AD203B41FA5}">
                      <a16:colId xmlns:a16="http://schemas.microsoft.com/office/drawing/2014/main" val="2675952390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861022633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175265586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3388819952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512004281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720435242"/>
                    </a:ext>
                  </a:extLst>
                </a:gridCol>
              </a:tblGrid>
              <a:tr h="21880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고객이름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등급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24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김현준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학생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629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정소화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간호사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7680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교사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856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회사원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8694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정지영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6602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0C7AF0C-1456-224D-C3F4-B7CA399506E8}"/>
              </a:ext>
            </a:extLst>
          </p:cNvPr>
          <p:cNvSpPr txBox="1"/>
          <p:nvPr/>
        </p:nvSpPr>
        <p:spPr>
          <a:xfrm>
            <a:off x="0" y="667853"/>
            <a:ext cx="18245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/>
              <a:t>1</a:t>
            </a:r>
            <a:r>
              <a:rPr lang="ko-KR" altLang="en-US" sz="3600" dirty="0"/>
              <a:t>정규화</a:t>
            </a:r>
          </a:p>
        </p:txBody>
      </p:sp>
    </p:spTree>
    <p:extLst>
      <p:ext uri="{BB962C8B-B14F-4D97-AF65-F5344CB8AC3E}">
        <p14:creationId xmlns:p14="http://schemas.microsoft.com/office/powerpoint/2010/main" val="224370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183E-47C1-4A28-3962-1D45A816A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C41121F3-7361-D766-86F1-8D9D2B17B4D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1603853"/>
          <a:ext cx="8763005" cy="2656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1">
                  <a:extLst>
                    <a:ext uri="{9D8B030D-6E8A-4147-A177-3AD203B41FA5}">
                      <a16:colId xmlns:a16="http://schemas.microsoft.com/office/drawing/2014/main" val="2675952390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861022633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175265586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3388819952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7204352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고객이름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등급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24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김현준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629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정소화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7680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856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8694535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B605AB8-0036-9813-5A39-59C65D2F6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472516"/>
              </p:ext>
            </p:extLst>
          </p:nvPr>
        </p:nvGraphicFramePr>
        <p:xfrm>
          <a:off x="0" y="4529933"/>
          <a:ext cx="54186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3275637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15556691"/>
                    </a:ext>
                  </a:extLst>
                </a:gridCol>
              </a:tblGrid>
              <a:tr h="16298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70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6420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간호사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184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07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05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학생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6702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C99A81A-61C3-8AC3-5434-5985839EBF1F}"/>
              </a:ext>
            </a:extLst>
          </p:cNvPr>
          <p:cNvSpPr txBox="1"/>
          <p:nvPr/>
        </p:nvSpPr>
        <p:spPr>
          <a:xfrm>
            <a:off x="0" y="407473"/>
            <a:ext cx="18245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/>
              <a:t>2</a:t>
            </a:r>
            <a:r>
              <a:rPr lang="ko-KR" altLang="en-US" sz="3600" dirty="0"/>
              <a:t>정규화</a:t>
            </a:r>
          </a:p>
        </p:txBody>
      </p:sp>
    </p:spTree>
    <p:extLst>
      <p:ext uri="{BB962C8B-B14F-4D97-AF65-F5344CB8AC3E}">
        <p14:creationId xmlns:p14="http://schemas.microsoft.com/office/powerpoint/2010/main" val="1166766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1815-7946-30EA-4E00-525D20341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D44F7051-5B44-F93E-F658-C5866F6B12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4722849"/>
              </p:ext>
            </p:extLst>
          </p:nvPr>
        </p:nvGraphicFramePr>
        <p:xfrm>
          <a:off x="0" y="816096"/>
          <a:ext cx="8763005" cy="2656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1">
                  <a:extLst>
                    <a:ext uri="{9D8B030D-6E8A-4147-A177-3AD203B41FA5}">
                      <a16:colId xmlns:a16="http://schemas.microsoft.com/office/drawing/2014/main" val="2675952390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861022633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175265586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3388819952"/>
                    </a:ext>
                  </a:extLst>
                </a:gridCol>
                <a:gridCol w="1752601">
                  <a:extLst>
                    <a:ext uri="{9D8B030D-6E8A-4147-A177-3AD203B41FA5}">
                      <a16:colId xmlns:a16="http://schemas.microsoft.com/office/drawing/2014/main" val="720435242"/>
                    </a:ext>
                  </a:extLst>
                </a:gridCol>
              </a:tblGrid>
              <a:tr h="21880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고객이름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나이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등급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적립금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24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김현준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629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정소화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7680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856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정지영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8694535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EA95CDA-AC8A-7BBE-A399-175B40D2E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301801"/>
              </p:ext>
            </p:extLst>
          </p:nvPr>
        </p:nvGraphicFramePr>
        <p:xfrm>
          <a:off x="0" y="3571959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3275637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0155566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적립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70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6420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184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07687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A31F7B-EAA4-86E8-1594-5F365922CBCA}"/>
              </a:ext>
            </a:extLst>
          </p:cNvPr>
          <p:cNvSpPr txBox="1"/>
          <p:nvPr/>
        </p:nvSpPr>
        <p:spPr>
          <a:xfrm>
            <a:off x="-64655" y="158129"/>
            <a:ext cx="2286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dirty="0"/>
              <a:t>제</a:t>
            </a:r>
            <a:r>
              <a:rPr lang="en-US" altLang="ko-KR" sz="3600" dirty="0"/>
              <a:t>3</a:t>
            </a:r>
            <a:r>
              <a:rPr lang="ko-KR" altLang="en-US" sz="3600" dirty="0"/>
              <a:t>정규화</a:t>
            </a:r>
          </a:p>
        </p:txBody>
      </p:sp>
    </p:spTree>
    <p:extLst>
      <p:ext uri="{BB962C8B-B14F-4D97-AF65-F5344CB8AC3E}">
        <p14:creationId xmlns:p14="http://schemas.microsoft.com/office/powerpoint/2010/main" val="3497243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B85DA-2345-1073-6F6F-F4FEC1DA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BCNF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6E2ABDD-6A2C-634E-5F86-5857A64B1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279887"/>
              </p:ext>
            </p:extLst>
          </p:nvPr>
        </p:nvGraphicFramePr>
        <p:xfrm>
          <a:off x="0" y="1690688"/>
          <a:ext cx="81280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36776830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1177850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872066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81333075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0063135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545580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2076596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031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804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426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449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647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0410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426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115</Words>
  <Application>Microsoft Office PowerPoint</Application>
  <PresentationFormat>와이드스크린</PresentationFormat>
  <Paragraphs>107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BCNF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유상훈</dc:creator>
  <cp:lastModifiedBy>유상훈</cp:lastModifiedBy>
  <cp:revision>2</cp:revision>
  <dcterms:created xsi:type="dcterms:W3CDTF">2025-11-24T06:11:22Z</dcterms:created>
  <dcterms:modified xsi:type="dcterms:W3CDTF">2025-11-24T07:20:00Z</dcterms:modified>
</cp:coreProperties>
</file>